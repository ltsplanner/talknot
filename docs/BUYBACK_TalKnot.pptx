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0972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TalKnot（トークノット）🪢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>
                <a:solidFill>
                  <a:srgbClr val="ECE9FB"/>
                </a:solidFill>
              </a:rPr>
              <a:t>営業ロープレ・商談を AI が評価する社内ツール</a:t>
            </a:r>
          </a:p>
          <a:p>
            <a:pPr algn="ctr">
              <a:spcAft>
                <a:spcPts val="600"/>
              </a:spcAft>
            </a:pPr>
            <a:r>
              <a:rPr sz="2000">
                <a:solidFill>
                  <a:srgbClr val="ECE9FB"/>
                </a:solidFill>
              </a:rPr>
              <a:t>システム買取制度 申請資料</a:t>
            </a:r>
          </a:p>
          <a:p>
            <a:pPr algn="ctr">
              <a:spcAft>
                <a:spcPts val="600"/>
              </a:spcAft>
            </a:pPr>
            <a:r>
              <a:rPr sz="2000">
                <a:solidFill>
                  <a:srgbClr val="ECE9FB"/>
                </a:solidFill>
              </a:rPr>
              <a:t>申請者：planner@life-time-support.com（営業課）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まず結論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削減効果：月32時間 ＝ 48,000円/月（年間576,000円）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すでに本番運用中・追加費用ゼロ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Googleログインのみ・誰でも使える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いまの課題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ロープレ評価が属人的（人によって基準がばらつく）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演者＋相手役で2名が拘束される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トップ営業のノウハウが共有されない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TalKnot 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動画/音声から声のトーン・間・発話比率を分析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お客様の感情の動きをタイムスタンプ付きで可視化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「もっと良くなる一言」を Before→After で提案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商品・料金・サービス・FAQ の弊社ナレッジ搭載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主な機能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自動評価：5項目 × 2軸（🎯模範トーク視点／💼営業プロ視点）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感情の可視化／Before→After 改善提案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模範トーク（トップ営業）を基準に採点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評価履歴は各自のみ閲覧（非公開）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査定① 削減効果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従来：ロープレ30分を2名で実施し、評価・振り返りは人が対応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導入後：その評価・振り返りを AI が自動化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式：30分 × 週1 × 4週 × 16名（8名×2名1セット）＝ 32時間/月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金額：32時間 × 1,500円 ＝ 48,000円/月（年間576,000円）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条件を変えた試算（1,500円/時）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現状 8名・週1：32h → 48,000円/月（年57.6万円）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頻度UP 8名・週2：64h → 96,000円/月（年115.2万円）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増員 12名・週1：48h → 72,000円/月（年86.4万円）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増員 16名・週1：64h → 96,000円/月（年115.2万円）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全社展開 24名・週1：96h → 144,000円/月（年172.8万円）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全社×頻度 24名・週2：192h → 288,000円/月（年345.6万円）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※式：月額 ＝ 6,000円 × 週あたり回数 × 人数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査定② 運用・UX（すでに運用中／使い勝手）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すでに本番運用中・追加サーバー費用ゼロ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会社のGoogleアカウントでログインするだけ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操作は「動画を選ぶ→押す」だけ・スマホ/PC対応・2GBまで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アップロード後は閉じても裏で評価継続・エラーも日本語で案内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各自のみ閲覧／個人情報（顧客名・住所・電話・金額）は残さない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広がり（他部署・全社へ）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商談そのものの振り返りにも利用可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社内Q&amp;A AI用に整備済みのナレッジを流用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評価項目・模範トーク・ナレッジは差し替え可能 → 他部署の応対品質にも転用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実演（同一ロープレ動画で比較）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必要人数：2名拘束 → 動画を上げるだけ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所要：30分立ち会い＋振り返り → アップ後は自動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出力：口頭・属人的 → スコア＋講評＋Before/After＋感情可視化を記録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基準：評価者でばらつく → 模範トーク・弊社ナレッジで統一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買取条件への対応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バグ修正・改良は開発者（申請者）が対応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改良時は「改良前からの追加削減額」を運用ログ・評価履歴で算定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評価基準・ナレッジは管理画面から更新可能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C5CE7"/>
                </a:solidFill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237744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削減効果：月32時間 ＝ 48,000円/月（年間576,000円）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本番運用中・追加費用ゼロ・誰でも使える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>
                <a:solidFill>
                  <a:srgbClr val="FF6F61"/>
                </a:solidFill>
              </a:rPr>
              <a:t>● </a:t>
            </a:r>
            <a:r>
              <a:rPr sz="1900">
                <a:solidFill>
                  <a:srgbClr val="2D2A32"/>
                </a:solidFill>
              </a:rPr>
              <a:t>ロープレ評価の属人性を解消し、トップ営業のノウハウを全社の資産に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794"/>
                </a:solidFill>
              </a:rPr>
              <a:t>TalKnot 🪢  ｜ システム買取制度 申請資料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794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